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vo_template_assets/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3611880" cy="1417320"/>
          </a:xfrm>
          <a:prstGeom prst="rect">
            <a:avLst/>
          </a:prstGeom>
        </p:spPr>
      </p:pic>
      <p:pic>
        <p:nvPicPr>
          <p:cNvPr id="3" name="Image 1" descr="/mnt/data/povo_template_assets/cover_landsca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572768"/>
            <a:ext cx="6565392" cy="43525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1792" y="2697480"/>
            <a:ext cx="4800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Titolo della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presentazione</a:t>
            </a:r>
            <a:endParaRPr lang="en-US" sz="4400" dirty="0"/>
          </a:p>
        </p:txBody>
      </p:sp>
      <p:sp>
        <p:nvSpPr>
          <p:cNvPr id="5" name="Shape 1"/>
          <p:cNvSpPr/>
          <p:nvPr/>
        </p:nvSpPr>
        <p:spPr>
          <a:xfrm>
            <a:off x="640080" y="4617720"/>
            <a:ext cx="1024128" cy="0"/>
          </a:xfrm>
          <a:prstGeom prst="line">
            <a:avLst/>
          </a:prstGeom>
          <a:noFill/>
          <a:ln w="25400">
            <a:solidFill>
              <a:srgbClr val="D6A31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49194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Sottotitolo / autore / data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0" y="6236208"/>
            <a:ext cx="4937760" cy="0"/>
          </a:xfrm>
          <a:prstGeom prst="line">
            <a:avLst/>
          </a:prstGeom>
          <a:noFill/>
          <a:ln w="13970">
            <a:solidFill>
              <a:srgbClr val="4E7D2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4360" y="644652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877824" y="6391656"/>
            <a:ext cx="0" cy="256032"/>
          </a:xfrm>
          <a:prstGeom prst="line">
            <a:avLst/>
          </a:prstGeom>
          <a:noFill/>
          <a:ln w="7620">
            <a:solidFill>
              <a:srgbClr val="1F4E79">
                <a:alpha val="9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42416" y="64282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Titolo della presentazione</a:t>
            </a:r>
            <a:endParaRPr lang="en-US" sz="850" dirty="0"/>
          </a:p>
        </p:txBody>
      </p:sp>
      <p:pic>
        <p:nvPicPr>
          <p:cNvPr id="11" name="Image 2" descr="/mnt/data/povo_template_assets/ccb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4784" y="6345936"/>
            <a:ext cx="73152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vo_template_assets/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29184"/>
            <a:ext cx="1600200" cy="640080"/>
          </a:xfrm>
          <a:prstGeom prst="rect">
            <a:avLst/>
          </a:prstGeom>
        </p:spPr>
      </p:pic>
      <p:pic>
        <p:nvPicPr>
          <p:cNvPr id="3" name="Image 1" descr="/mnt/data/povo_template_assets/contour_top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45720"/>
            <a:ext cx="5394960" cy="1097280"/>
          </a:xfrm>
          <a:prstGeom prst="rect">
            <a:avLst/>
          </a:prstGeom>
        </p:spPr>
      </p:pic>
      <p:pic>
        <p:nvPicPr>
          <p:cNvPr id="4" name="Image 2" descr="/mnt/data/povo_template_assets/small_landscape_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5440680"/>
            <a:ext cx="4069080" cy="82296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66928" y="1417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Titolo slide</a:t>
            </a:r>
            <a:endParaRPr lang="en-US" sz="3800" dirty="0"/>
          </a:p>
        </p:txBody>
      </p:sp>
      <p:sp>
        <p:nvSpPr>
          <p:cNvPr id="6" name="Shape 1"/>
          <p:cNvSpPr/>
          <p:nvPr/>
        </p:nvSpPr>
        <p:spPr>
          <a:xfrm>
            <a:off x="585216" y="2322576"/>
            <a:ext cx="987552" cy="0"/>
          </a:xfrm>
          <a:prstGeom prst="line">
            <a:avLst/>
          </a:prstGeom>
          <a:noFill/>
          <a:ln w="25400">
            <a:solidFill>
              <a:srgbClr val="D6A318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585216" y="28346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7D2E"/>
                </a:solidFill>
              </a:rPr>
              <a:t>•</a:t>
            </a:r>
            <a:endParaRPr lang="en-US" sz="1700" dirty="0"/>
          </a:p>
        </p:txBody>
      </p:sp>
      <p:sp>
        <p:nvSpPr>
          <p:cNvPr id="8" name="Text 3"/>
          <p:cNvSpPr/>
          <p:nvPr/>
        </p:nvSpPr>
        <p:spPr>
          <a:xfrm>
            <a:off x="896112" y="2825496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4E79"/>
                </a:solidFill>
              </a:rPr>
              <a:t>Testo segnaposto per contenuti e punti elenco.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585216" y="334670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7D2E"/>
                </a:solidFill>
              </a:rPr>
              <a:t>•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896112" y="333756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4E79"/>
                </a:solidFill>
              </a:rPr>
              <a:t>Testo segnaposto per contenuti e punti elenco.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585216" y="38587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7D2E"/>
                </a:solidFill>
              </a:rPr>
              <a:t>•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896112" y="3849624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4E79"/>
                </a:solidFill>
              </a:rPr>
              <a:t>Testo segnaposto per contenuti e punti elenco.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585216" y="43708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7D2E"/>
                </a:solidFill>
              </a:rPr>
              <a:t>•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896112" y="436168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4E79"/>
                </a:solidFill>
              </a:rPr>
              <a:t>Testo segnaposto per contenuti e punti elenco.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585216" y="488289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7D2E"/>
                </a:solidFill>
              </a:rPr>
              <a:t>•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96112" y="487375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4E79"/>
                </a:solidFill>
              </a:rPr>
              <a:t>Testo segnaposto per contenuti e punti elenco.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5897880" y="1572768"/>
            <a:ext cx="5532120" cy="3703320"/>
          </a:xfrm>
          <a:prstGeom prst="roundRect">
            <a:avLst>
              <a:gd name="adj" fmla="val 2963"/>
            </a:avLst>
          </a:prstGeom>
          <a:solidFill>
            <a:srgbClr val="F7F7F5"/>
          </a:solidFill>
          <a:ln w="3810">
            <a:solidFill>
              <a:srgbClr val="D8DFE5">
                <a:alpha val="3000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949440" y="33832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Spazio per mappa, grafico o immagine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0" y="6236208"/>
            <a:ext cx="4937760" cy="0"/>
          </a:xfrm>
          <a:prstGeom prst="line">
            <a:avLst/>
          </a:prstGeom>
          <a:noFill/>
          <a:ln w="13970">
            <a:solidFill>
              <a:srgbClr val="4E7D2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94360" y="644652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877824" y="6391656"/>
            <a:ext cx="0" cy="256032"/>
          </a:xfrm>
          <a:prstGeom prst="line">
            <a:avLst/>
          </a:prstGeom>
          <a:noFill/>
          <a:ln w="7620">
            <a:solidFill>
              <a:srgbClr val="1F4E79">
                <a:alpha val="90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042416" y="64282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Titolo della presentazione</a:t>
            </a:r>
            <a:endParaRPr lang="en-US" sz="850" dirty="0"/>
          </a:p>
        </p:txBody>
      </p:sp>
      <p:pic>
        <p:nvPicPr>
          <p:cNvPr id="23" name="Image 3" descr="/mnt/data/povo_template_assets/ccb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4784" y="6345936"/>
            <a:ext cx="73152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vo_template_assets/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29184"/>
            <a:ext cx="1600200" cy="640080"/>
          </a:xfrm>
          <a:prstGeom prst="rect">
            <a:avLst/>
          </a:prstGeom>
        </p:spPr>
      </p:pic>
      <p:pic>
        <p:nvPicPr>
          <p:cNvPr id="3" name="Image 1" descr="/mnt/data/povo_template_assets/section_landsca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060704"/>
            <a:ext cx="6501384" cy="4983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" y="2761488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Titolo sezione</a:t>
            </a:r>
            <a:endParaRPr lang="en-US" sz="4000" dirty="0"/>
          </a:p>
        </p:txBody>
      </p:sp>
      <p:sp>
        <p:nvSpPr>
          <p:cNvPr id="5" name="Shape 1"/>
          <p:cNvSpPr/>
          <p:nvPr/>
        </p:nvSpPr>
        <p:spPr>
          <a:xfrm>
            <a:off x="603504" y="3749040"/>
            <a:ext cx="1024128" cy="0"/>
          </a:xfrm>
          <a:prstGeom prst="line">
            <a:avLst/>
          </a:prstGeom>
          <a:noFill/>
          <a:ln w="25400">
            <a:solidFill>
              <a:srgbClr val="D6A31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03504" y="404164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Sottotitolo / messaggio finale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0" y="6236208"/>
            <a:ext cx="4937760" cy="0"/>
          </a:xfrm>
          <a:prstGeom prst="line">
            <a:avLst/>
          </a:prstGeom>
          <a:noFill/>
          <a:ln w="13970">
            <a:solidFill>
              <a:srgbClr val="4E7D2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4360" y="644652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877824" y="6391656"/>
            <a:ext cx="0" cy="256032"/>
          </a:xfrm>
          <a:prstGeom prst="line">
            <a:avLst/>
          </a:prstGeom>
          <a:noFill/>
          <a:ln w="7620">
            <a:solidFill>
              <a:srgbClr val="1F4E79">
                <a:alpha val="9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42416" y="64282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Titolo della presentazione</a:t>
            </a:r>
            <a:endParaRPr lang="en-US" sz="850" dirty="0"/>
          </a:p>
        </p:txBody>
      </p:sp>
      <p:pic>
        <p:nvPicPr>
          <p:cNvPr id="11" name="Image 2" descr="/mnt/data/povo_template_assets/ccb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4784" y="6345936"/>
            <a:ext cx="731520" cy="329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Povo Civic Campus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Povo Civic Campus - Template slide</dc:title>
  <dc:subject>Template Povo Civic Campus</dc:subject>
  <dc:creator>Povo Civic Campus</dc:creator>
  <cp:lastModifiedBy>Povo Civic Campus</cp:lastModifiedBy>
  <cp:revision>1</cp:revision>
  <dcterms:created xsi:type="dcterms:W3CDTF">2026-07-04T19:40:43Z</dcterms:created>
  <dcterms:modified xsi:type="dcterms:W3CDTF">2026-07-04T19:40:43Z</dcterms:modified>
</cp:coreProperties>
</file>